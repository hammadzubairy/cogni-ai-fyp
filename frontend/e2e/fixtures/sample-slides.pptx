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integration delivers working software frequently. Pipelines automate build, test, and deploy. Monitoring closes the feedback loop.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Declarative configs version infrastructure. Idempotent apply reduces drift. Teams review infrastructure changes like application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